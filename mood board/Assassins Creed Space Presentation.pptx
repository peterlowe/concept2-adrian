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D36C4-C31E-4F53-9D1A-AE80264129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751292-151A-492E-A184-FAB2D92AA7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849086-25FF-4517-8DDA-C971636F4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5660A-1857-4DD9-AC87-5E15FC3AB2A4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712260-A683-4FF1-9260-6FACB93D4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FF4A7C-F575-4CAF-B201-C9D69FB3D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83F2D-4F0A-4815-8FD2-2C775EBE59B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2629126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577A1-8A01-41B6-A1EF-963F2189C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DAE0F9-8886-4497-9269-DF14788B5E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ACB8AE-0964-4C95-A4AD-BAD872B0C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5660A-1857-4DD9-AC87-5E15FC3AB2A4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073B17-CFE0-46D1-8CC6-C24E934E0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2BC7BA-3899-4C5E-8813-59CC82E2B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83F2D-4F0A-4815-8FD2-2C775EBE59B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4001078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AE935-034A-4946-AC94-780C4E8FF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6E2BAD-1228-4A77-A492-8D2C323705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7DC6FF-2F28-477C-A370-50D0AE7DF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5660A-1857-4DD9-AC87-5E15FC3AB2A4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E636F1-8F84-4AD6-B2B1-16C7EE8E4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0E60FC-08C1-4057-82E9-94BFCA648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83F2D-4F0A-4815-8FD2-2C775EBE59B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2148907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41B69-019D-4B9E-98E9-DB63E2488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2672A1-D0B4-4A43-B551-C6945BFDCA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989B2A-144A-49FA-843F-6A99BA1BA7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57FA0D-8A95-4B5B-966F-4B066F8CB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5660A-1857-4DD9-AC87-5E15FC3AB2A4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5967E6-A1CD-497D-9032-2613BF88A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52BC0B-370A-42A6-8EB8-FC1502838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83F2D-4F0A-4815-8FD2-2C775EBE59B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1557651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5AF0CF-6229-4012-91D9-B603FB829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D88D1F-ACB7-471D-A3F7-7FCB805149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056B4E-D8A1-4DF6-8E67-98019D49E9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758AF4-77A5-4549-BF75-0EF578748F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DB2071-E325-41FC-A7B1-4E6AA9B868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F012D7-A8F4-42E1-86C6-E102E0558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5660A-1857-4DD9-AC87-5E15FC3AB2A4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7AF3FD-EDE5-49D0-B640-C76D91D21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F78DA1-1195-4D82-BA1B-A6A62F94B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83F2D-4F0A-4815-8FD2-2C775EBE59B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0216225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57723-ED2A-4973-8F6C-740AEADF4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763E1A7-0E8C-4F35-BB05-E29C9D139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5660A-1857-4DD9-AC87-5E15FC3AB2A4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593C99-24BC-4DBA-8EF2-DB1A170FA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7C791E-98CE-4E06-82F4-6E3F7CEA7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83F2D-4F0A-4815-8FD2-2C775EBE59B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843117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D082EF-8F12-46D9-AD8C-D44128554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5660A-1857-4DD9-AC87-5E15FC3AB2A4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EF0088-6AC3-414B-9F16-44785C4A8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E1B17C-26F0-4F76-8038-A15A5CA88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83F2D-4F0A-4815-8FD2-2C775EBE59B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4762194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BB749-5BCE-437C-AC97-E972424CBB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1DE68E-2D3D-44F4-935C-8466A5444D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858359-88BE-41C8-AEA5-8FE415CC04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7FCB39-A5A5-4011-AAEA-9E680919A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5660A-1857-4DD9-AC87-5E15FC3AB2A4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66234C-11FF-4757-9D6A-C9D1265FF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10D28C-027B-4851-A85E-D8EEB0474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83F2D-4F0A-4815-8FD2-2C775EBE59B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098471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05EE0-E2F6-477F-A603-0E9D9960F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2EA1A5-A7DD-4E3B-BFD4-0BF9BB4FAE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A995A1-C60E-4335-95E3-E04A77C749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6B4159-228A-4BD1-8DFD-18D1770B7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5660A-1857-4DD9-AC87-5E15FC3AB2A4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360C5E-653B-4D3D-B6C9-97C6F1BDC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717953-98C0-4BD6-B82D-B8E320B93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83F2D-4F0A-4815-8FD2-2C775EBE59B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7815278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488FB-E998-44BA-BFE0-C04E2AF44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DEB8FC-A39B-485B-AA1D-CC9BCFCFBB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DF7141-61CB-4DB1-832C-147A2F2C8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5660A-1857-4DD9-AC87-5E15FC3AB2A4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8B5C9B-16DE-4CAD-9145-708A0A915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C83A1D-F9C8-4E67-9727-514F8708A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83F2D-4F0A-4815-8FD2-2C775EBE59B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8864121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EBD29C-E847-4258-8619-A4FB95338F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D0EA9C-62B4-44EB-ACEB-F97E84B982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8FF6AE-FC0A-4BB8-AF18-6883B6E2B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5660A-1857-4DD9-AC87-5E15FC3AB2A4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5857C3-3776-46D2-94F9-15D907448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1E8E54-CA9D-4C37-90FB-9048DDE08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83F2D-4F0A-4815-8FD2-2C775EBE59B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2113579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4A4DE5C-42B5-47B0-A8C5-25772B5A8F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D39508-7E79-426D-B5A5-C7AEE84ABC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66ED50-D652-447A-A6AB-F124FF4B66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45660A-1857-4DD9-AC87-5E15FC3AB2A4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A8CC4A-EBA4-41AF-A853-87760D4C8F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C3DCAE-0CC9-45C0-A376-87443D1E0E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083F2D-4F0A-4815-8FD2-2C775EBE59B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1572185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44745-F995-47B4-8D66-31BB8034A31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E" dirty="0"/>
              <a:t>Adrian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9A691E-6F56-4602-8CB5-B4526052A06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E" dirty="0"/>
              <a:t>Assassins creed space</a:t>
            </a:r>
          </a:p>
        </p:txBody>
      </p:sp>
    </p:spTree>
    <p:extLst>
      <p:ext uri="{BB962C8B-B14F-4D97-AF65-F5344CB8AC3E}">
        <p14:creationId xmlns:p14="http://schemas.microsoft.com/office/powerpoint/2010/main" val="27293349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50D81-9B62-44F4-9DBC-1513372F747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E" dirty="0"/>
              <a:t>Pitch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823EFF-7C22-4FB3-B48D-F8F9FF11739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E" dirty="0"/>
              <a:t>YOU WILL BE A HEADHUNTER !!!! WOWIE</a:t>
            </a:r>
          </a:p>
          <a:p>
            <a:r>
              <a:rPr lang="en-IE" dirty="0"/>
              <a:t>Assassinating people and stuff. </a:t>
            </a:r>
            <a:r>
              <a:rPr lang="en-IE"/>
              <a:t>It will be cool</a:t>
            </a:r>
          </a:p>
        </p:txBody>
      </p:sp>
    </p:spTree>
    <p:extLst>
      <p:ext uri="{BB962C8B-B14F-4D97-AF65-F5344CB8AC3E}">
        <p14:creationId xmlns:p14="http://schemas.microsoft.com/office/powerpoint/2010/main" val="30587501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21</Words>
  <Application>Microsoft Office PowerPoint</Application>
  <PresentationFormat>Widescreen</PresentationFormat>
  <Paragraphs>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Adrian</vt:lpstr>
      <vt:lpstr>Pitch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Adrian</dc:title>
  <dc:creator>(Student) - Adrian Sokolowski</dc:creator>
  <cp:lastModifiedBy>(Student) - Adrian Sokolowski</cp:lastModifiedBy>
  <cp:revision>1</cp:revision>
  <dcterms:created xsi:type="dcterms:W3CDTF">2021-11-19T10:54:54Z</dcterms:created>
  <dcterms:modified xsi:type="dcterms:W3CDTF">2021-11-19T10:56:04Z</dcterms:modified>
</cp:coreProperties>
</file>